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42" r:id="rId5"/>
    <p:sldId id="359" r:id="rId6"/>
    <p:sldId id="373" r:id="rId7"/>
    <p:sldId id="375" r:id="rId8"/>
    <p:sldId id="376" r:id="rId9"/>
    <p:sldId id="374" r:id="rId10"/>
    <p:sldId id="378" r:id="rId11"/>
    <p:sldId id="3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9" autoAdjust="0"/>
    <p:restoredTop sz="95388" autoAdjust="0"/>
  </p:normalViewPr>
  <p:slideViewPr>
    <p:cSldViewPr snapToGrid="0" snapToObjects="1" showGuides="1">
      <p:cViewPr varScale="1">
        <p:scale>
          <a:sx n="78" d="100"/>
          <a:sy n="78" d="100"/>
        </p:scale>
        <p:origin x="1109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10/19/2025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10/19/2025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1255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ro-RO" dirty="0"/>
              <a:t>Proiect</a:t>
            </a:r>
            <a:endParaRPr lang="en-US" dirty="0"/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/>
          <a:lstStyle/>
          <a:p>
            <a:r>
              <a:rPr lang="ro-RO" dirty="0"/>
              <a:t>Hangman</a:t>
            </a:r>
          </a:p>
          <a:p>
            <a:r>
              <a:rPr lang="ro-RO" sz="2000" dirty="0"/>
              <a:t>Matei Darius-Ionuț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/>
          <a:lstStyle/>
          <a:p>
            <a:r>
              <a:rPr lang="ro-RO" dirty="0"/>
              <a:t>TehnologiI utilizate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3097848"/>
            <a:ext cx="4466504" cy="3405187"/>
          </a:xfrm>
        </p:spPr>
        <p:txBody>
          <a:bodyPr anchor="t"/>
          <a:lstStyle/>
          <a:p>
            <a:r>
              <a:rPr lang="ro-RO" dirty="0"/>
              <a:t>Proiectul a fost realizat în mediul de programare PyCharm și utilizează următoarele tehnologii</a:t>
            </a:r>
            <a:r>
              <a:rPr lang="en-US" dirty="0"/>
              <a:t>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Python 3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Encoding UTF-8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suportul</a:t>
            </a:r>
            <a:r>
              <a:rPr lang="en-US" dirty="0"/>
              <a:t> </a:t>
            </a:r>
            <a:r>
              <a:rPr lang="en-US" dirty="0" err="1"/>
              <a:t>diacriticelor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Fi</a:t>
            </a:r>
            <a:r>
              <a:rPr lang="ro-RO" dirty="0"/>
              <a:t>șiere CSV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260D053B-A40A-3228-B6D5-3371B9EE2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4848" y="643093"/>
            <a:ext cx="11562303" cy="2387865"/>
          </a:xfrm>
        </p:spPr>
        <p:txBody>
          <a:bodyPr/>
          <a:lstStyle/>
          <a:p>
            <a:r>
              <a:rPr lang="ro-RO" sz="4000" dirty="0"/>
              <a:t>Soluția implementată</a:t>
            </a:r>
            <a:endParaRPr lang="en-US" sz="4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D26C86-861A-526D-09B6-6327FAB12963}"/>
              </a:ext>
            </a:extLst>
          </p:cNvPr>
          <p:cNvSpPr txBox="1"/>
          <p:nvPr/>
        </p:nvSpPr>
        <p:spPr>
          <a:xfrm>
            <a:off x="2010695" y="1968910"/>
            <a:ext cx="817060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dirty="0">
                <a:solidFill>
                  <a:schemeClr val="bg1"/>
                </a:solidFill>
              </a:rPr>
              <a:t>Pașii pentru rezolvarea jocului sunt</a:t>
            </a:r>
            <a:r>
              <a:rPr lang="en-US" sz="2000" dirty="0">
                <a:solidFill>
                  <a:schemeClr val="bg1"/>
                </a:solidFill>
              </a:rPr>
              <a:t>: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 err="1">
                <a:solidFill>
                  <a:schemeClr val="bg1"/>
                </a:solidFill>
              </a:rPr>
              <a:t>Parcurge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fișierul</a:t>
            </a:r>
            <a:r>
              <a:rPr lang="en-US" sz="2000" dirty="0">
                <a:solidFill>
                  <a:schemeClr val="bg1"/>
                </a:solidFill>
              </a:rPr>
              <a:t> cu </a:t>
            </a:r>
            <a:r>
              <a:rPr lang="en-US" sz="2000" dirty="0" err="1">
                <a:solidFill>
                  <a:schemeClr val="bg1"/>
                </a:solidFill>
              </a:rPr>
              <a:t>datele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intrare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 err="1">
                <a:solidFill>
                  <a:schemeClr val="bg1"/>
                </a:solidFill>
              </a:rPr>
              <a:t>Pentru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fiecare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cuvânt</a:t>
            </a:r>
            <a:r>
              <a:rPr lang="en-US" sz="2000" dirty="0">
                <a:solidFill>
                  <a:schemeClr val="bg1"/>
                </a:solidFill>
              </a:rPr>
              <a:t> care </a:t>
            </a:r>
            <a:r>
              <a:rPr lang="en-US" sz="2000" dirty="0" err="1">
                <a:solidFill>
                  <a:schemeClr val="bg1"/>
                </a:solidFill>
              </a:rPr>
              <a:t>trebuie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ghicit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selectează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candidații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posibili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</a:rPr>
              <a:t>Din </a:t>
            </a:r>
            <a:r>
              <a:rPr lang="en-US" sz="2000" dirty="0" err="1">
                <a:solidFill>
                  <a:schemeClr val="bg1"/>
                </a:solidFill>
              </a:rPr>
              <a:t>lista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candidați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selectează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literele</a:t>
            </a:r>
            <a:r>
              <a:rPr lang="en-US" sz="2000" dirty="0">
                <a:solidFill>
                  <a:schemeClr val="bg1"/>
                </a:solidFill>
              </a:rPr>
              <a:t> care nu au </a:t>
            </a:r>
            <a:r>
              <a:rPr lang="en-US" sz="2000" dirty="0" err="1">
                <a:solidFill>
                  <a:schemeClr val="bg1"/>
                </a:solidFill>
              </a:rPr>
              <a:t>fost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încercate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și</a:t>
            </a:r>
            <a:r>
              <a:rPr lang="en-US" sz="2000" dirty="0">
                <a:solidFill>
                  <a:schemeClr val="bg1"/>
                </a:solidFill>
              </a:rPr>
              <a:t> o </a:t>
            </a:r>
            <a:r>
              <a:rPr lang="en-US" sz="2000" dirty="0" err="1">
                <a:solidFill>
                  <a:schemeClr val="bg1"/>
                </a:solidFill>
              </a:rPr>
              <a:t>incearcă</a:t>
            </a:r>
            <a:r>
              <a:rPr lang="en-US" sz="2000" dirty="0">
                <a:solidFill>
                  <a:schemeClr val="bg1"/>
                </a:solidFill>
              </a:rPr>
              <a:t> pe prima.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 err="1">
                <a:solidFill>
                  <a:schemeClr val="bg1"/>
                </a:solidFill>
              </a:rPr>
              <a:t>Dacă</a:t>
            </a:r>
            <a:r>
              <a:rPr lang="en-US" sz="2000" dirty="0">
                <a:solidFill>
                  <a:schemeClr val="bg1"/>
                </a:solidFill>
              </a:rPr>
              <a:t> s-a </a:t>
            </a:r>
            <a:r>
              <a:rPr lang="en-US" sz="2000" dirty="0" err="1">
                <a:solidFill>
                  <a:schemeClr val="bg1"/>
                </a:solidFill>
              </a:rPr>
              <a:t>găsit</a:t>
            </a:r>
            <a:r>
              <a:rPr lang="en-US" sz="2000" dirty="0">
                <a:solidFill>
                  <a:schemeClr val="bg1"/>
                </a:solidFill>
              </a:rPr>
              <a:t> o </a:t>
            </a:r>
            <a:r>
              <a:rPr lang="en-US" sz="2000" dirty="0" err="1">
                <a:solidFill>
                  <a:schemeClr val="bg1"/>
                </a:solidFill>
              </a:rPr>
              <a:t>literă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bună</a:t>
            </a:r>
            <a:r>
              <a:rPr lang="en-US" sz="2000" dirty="0">
                <a:solidFill>
                  <a:schemeClr val="bg1"/>
                </a:solidFill>
              </a:rPr>
              <a:t> se </a:t>
            </a:r>
            <a:r>
              <a:rPr lang="en-US" sz="2000" dirty="0" err="1">
                <a:solidFill>
                  <a:schemeClr val="bg1"/>
                </a:solidFill>
              </a:rPr>
              <a:t>actualizează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lista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candidați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</a:rPr>
              <a:t>Se </a:t>
            </a:r>
            <a:r>
              <a:rPr lang="en-US" sz="2000" dirty="0" err="1">
                <a:solidFill>
                  <a:schemeClr val="bg1"/>
                </a:solidFill>
              </a:rPr>
              <a:t>repetă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procedeul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până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când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cuvântul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este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identificat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dirty="0" err="1"/>
              <a:t>Structura</a:t>
            </a:r>
            <a:r>
              <a:rPr lang="en-US" dirty="0"/>
              <a:t> </a:t>
            </a:r>
            <a:r>
              <a:rPr lang="en-US" dirty="0" err="1"/>
              <a:t>pROIECTULUI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700E5C-E735-5F8C-9159-065726F78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5669" y="2669062"/>
            <a:ext cx="7353300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/>
          <a:lstStyle/>
          <a:p>
            <a:r>
              <a:rPr lang="en-US" dirty="0" err="1"/>
              <a:t>Demonstra</a:t>
            </a:r>
            <a:r>
              <a:rPr lang="ro-RO" dirty="0"/>
              <a:t>ție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FEE91-E849-1CB0-9E51-A58B99C631C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4933147" y="2462061"/>
            <a:ext cx="4015098" cy="3528397"/>
          </a:xfrm>
        </p:spPr>
        <p:txBody>
          <a:bodyPr/>
          <a:lstStyle/>
          <a:p>
            <a:pPr algn="ctr"/>
            <a:r>
              <a:rPr lang="ro-RO" dirty="0"/>
              <a:t>Fișier de intrare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74F1A-D233-C240-B22D-F82C6161FAC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4827030" y="4461999"/>
            <a:ext cx="4227332" cy="3528397"/>
          </a:xfrm>
        </p:spPr>
        <p:txBody>
          <a:bodyPr/>
          <a:lstStyle/>
          <a:p>
            <a:pPr marL="0" lvl="1" indent="0" algn="ctr">
              <a:buNone/>
            </a:pPr>
            <a:r>
              <a:rPr lang="en-US" dirty="0"/>
              <a:t>Fi</a:t>
            </a:r>
            <a:r>
              <a:rPr lang="ro-RO" dirty="0"/>
              <a:t>șier de ieșire</a:t>
            </a:r>
            <a:r>
              <a:rPr lang="en-US" dirty="0"/>
              <a:t>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F5BB29-0FDC-A994-C450-A6EF2F047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718" y="2941074"/>
            <a:ext cx="3017955" cy="10419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134382-FF27-8680-B066-5F260C21E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7670" y="4826179"/>
            <a:ext cx="988695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BE4E0F37-0AD5-833C-CBE5-EAE02EC46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7169" y="334092"/>
            <a:ext cx="4958081" cy="1160411"/>
          </a:xfrm>
        </p:spPr>
        <p:txBody>
          <a:bodyPr/>
          <a:lstStyle/>
          <a:p>
            <a:r>
              <a:rPr lang="en-US" dirty="0" err="1"/>
              <a:t>Instruc</a:t>
            </a:r>
            <a:r>
              <a:rPr lang="ro-RO" dirty="0"/>
              <a:t>țiuni</a:t>
            </a:r>
          </a:p>
          <a:p>
            <a:r>
              <a:rPr lang="ro-RO" dirty="0"/>
              <a:t>Rulare</a:t>
            </a:r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E1DBD4C7-D952-4426-40FD-8799F80F82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6EA54-3083-FB0D-9011-2353791B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65D140-E1C4-4B83-8B63-FFB7B47D9890}"/>
              </a:ext>
            </a:extLst>
          </p:cNvPr>
          <p:cNvSpPr txBox="1"/>
          <p:nvPr/>
        </p:nvSpPr>
        <p:spPr>
          <a:xfrm>
            <a:off x="374305" y="1645409"/>
            <a:ext cx="564303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</a:rPr>
              <a:t>Varianta 1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Descărcați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folderul</a:t>
            </a:r>
            <a:r>
              <a:rPr lang="en-US" dirty="0">
                <a:solidFill>
                  <a:schemeClr val="bg1"/>
                </a:solidFill>
              </a:rPr>
              <a:t> cu </a:t>
            </a:r>
            <a:r>
              <a:rPr lang="en-US" dirty="0" err="1">
                <a:solidFill>
                  <a:schemeClr val="bg1"/>
                </a:solidFill>
              </a:rPr>
              <a:t>proiectul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Deschideți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proiectul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în</a:t>
            </a:r>
            <a:r>
              <a:rPr lang="en-US" dirty="0">
                <a:solidFill>
                  <a:schemeClr val="bg1"/>
                </a:solidFill>
              </a:rPr>
              <a:t> PyCharm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Accesați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scriptul</a:t>
            </a:r>
            <a:r>
              <a:rPr lang="en-US" dirty="0">
                <a:solidFill>
                  <a:schemeClr val="bg1"/>
                </a:solidFill>
              </a:rPr>
              <a:t> solve_hangman.py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Click pe </a:t>
            </a:r>
            <a:r>
              <a:rPr lang="en-US" dirty="0" err="1">
                <a:solidFill>
                  <a:schemeClr val="bg1"/>
                </a:solidFill>
              </a:rPr>
              <a:t>butonul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verde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rulare</a:t>
            </a:r>
            <a:r>
              <a:rPr lang="en-US" dirty="0">
                <a:solidFill>
                  <a:schemeClr val="bg1"/>
                </a:solidFill>
              </a:rPr>
              <a:t> din </a:t>
            </a:r>
            <a:r>
              <a:rPr lang="en-US" dirty="0" err="1">
                <a:solidFill>
                  <a:schemeClr val="bg1"/>
                </a:solidFill>
              </a:rPr>
              <a:t>partea</a:t>
            </a:r>
            <a:r>
              <a:rPr lang="en-US" dirty="0">
                <a:solidFill>
                  <a:schemeClr val="bg1"/>
                </a:solidFill>
              </a:rPr>
              <a:t> de sus</a:t>
            </a:r>
            <a:r>
              <a:rPr lang="en-US" dirty="0"/>
              <a:t>*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Varianta</a:t>
            </a:r>
            <a:r>
              <a:rPr lang="en-US" dirty="0">
                <a:solidFill>
                  <a:schemeClr val="bg1"/>
                </a:solidFill>
              </a:rPr>
              <a:t> 2: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Descărcați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folderul</a:t>
            </a:r>
            <a:r>
              <a:rPr lang="en-US" dirty="0">
                <a:solidFill>
                  <a:schemeClr val="bg1"/>
                </a:solidFill>
              </a:rPr>
              <a:t> cu </a:t>
            </a:r>
            <a:r>
              <a:rPr lang="en-US" dirty="0" err="1">
                <a:solidFill>
                  <a:schemeClr val="bg1"/>
                </a:solidFill>
              </a:rPr>
              <a:t>proiectul</a:t>
            </a: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Deschideți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proiectul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în</a:t>
            </a:r>
            <a:r>
              <a:rPr lang="en-US" dirty="0">
                <a:solidFill>
                  <a:schemeClr val="bg1"/>
                </a:solidFill>
              </a:rPr>
              <a:t> PyCharm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**</a:t>
            </a:r>
            <a:r>
              <a:rPr lang="en-US" dirty="0" err="1">
                <a:solidFill>
                  <a:schemeClr val="bg1"/>
                </a:solidFill>
              </a:rPr>
              <a:t>Deschideți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terminalul</a:t>
            </a:r>
            <a:r>
              <a:rPr lang="en-US" dirty="0">
                <a:solidFill>
                  <a:schemeClr val="bg1"/>
                </a:solidFill>
              </a:rPr>
              <a:t> din PyCharm </a:t>
            </a:r>
            <a:r>
              <a:rPr lang="en-US" dirty="0" err="1">
                <a:solidFill>
                  <a:schemeClr val="bg1"/>
                </a:solidFill>
              </a:rPr>
              <a:t>și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introduceți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comenzile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0E5BC7-0F4B-4F35-63AF-3D8AF15A6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5084" y="5435623"/>
            <a:ext cx="2762250" cy="7905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4956266-B0A7-D7DC-D22B-A3527A25A1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169" y="1411696"/>
            <a:ext cx="4238625" cy="6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EB8B-0AB9-7554-AEEA-E8D74495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627" y="173736"/>
            <a:ext cx="4352662" cy="2203704"/>
          </a:xfrm>
        </p:spPr>
        <p:txBody>
          <a:bodyPr/>
          <a:lstStyle/>
          <a:p>
            <a:pPr lvl="0"/>
            <a:r>
              <a:rPr lang="en-US" noProof="0" dirty="0"/>
              <a:t>Limit</a:t>
            </a:r>
            <a:r>
              <a:rPr lang="ro-RO" noProof="0" dirty="0"/>
              <a:t>ări</a:t>
            </a:r>
            <a:endParaRPr lang="en-US" noProof="0" dirty="0"/>
          </a:p>
        </p:txBody>
      </p:sp>
      <p:pic>
        <p:nvPicPr>
          <p:cNvPr id="6" name="Picture Placeholder 5" descr="A blue and purple spiral">
            <a:extLst>
              <a:ext uri="{FF2B5EF4-FFF2-40B4-BE49-F238E27FC236}">
                <a16:creationId xmlns:a16="http://schemas.microsoft.com/office/drawing/2014/main" id="{05B64636-376E-96D4-B550-D764B2C6A6A7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2" b="202"/>
          <a:stretch/>
        </p:blipFill>
        <p:spPr>
          <a:xfrm>
            <a:off x="336550" y="336550"/>
            <a:ext cx="5303640" cy="61849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F5F9A-B16D-CA49-7F40-A0142E41DC5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889627" y="3104277"/>
            <a:ext cx="4371560" cy="3022201"/>
          </a:xfrm>
        </p:spPr>
        <p:txBody>
          <a:bodyPr/>
          <a:lstStyle/>
          <a:p>
            <a:pPr algn="just"/>
            <a:r>
              <a:rPr lang="ro-RO" dirty="0"/>
              <a:t>	Algoritmul este mult mai eficient dacă în dicționarul de cuvinte se regăsește cuvântul care trebuie ghicit.</a:t>
            </a:r>
          </a:p>
          <a:p>
            <a:pPr algn="just"/>
            <a:r>
              <a:rPr lang="ro-RO" dirty="0"/>
              <a:t>	Altfel pentru a găsi cuvântul folosește frecvența literelor din limba română ceea ce nu duce mereu la un număr foarte scăzut de pași.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DB868-BEE2-49F7-9AC5-A3B14388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315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D6A3FE-1BF6-4C1A-0553-EBD497A6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7" y="3070024"/>
            <a:ext cx="6327105" cy="717952"/>
          </a:xfrm>
        </p:spPr>
        <p:txBody>
          <a:bodyPr anchor="b"/>
          <a:lstStyle/>
          <a:p>
            <a:r>
              <a:rPr lang="ro-RO" dirty="0"/>
              <a:t>Mulțumesc!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{4C845558-5F42-434F-8DDA-1FB5CB4E4BC2}tf11936837_win32</Template>
  <TotalTime>0</TotalTime>
  <Words>218</Words>
  <Application>Microsoft Office PowerPoint</Application>
  <PresentationFormat>Widescreen</PresentationFormat>
  <Paragraphs>50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Nova</vt:lpstr>
      <vt:lpstr>Biome</vt:lpstr>
      <vt:lpstr>Calibri</vt:lpstr>
      <vt:lpstr>Wingdings</vt:lpstr>
      <vt:lpstr>Custom</vt:lpstr>
      <vt:lpstr>Proiect</vt:lpstr>
      <vt:lpstr>TehnologiI utilizate</vt:lpstr>
      <vt:lpstr>PowerPoint Presentation</vt:lpstr>
      <vt:lpstr>Structura pROIECTULUI</vt:lpstr>
      <vt:lpstr>Demonstrație</vt:lpstr>
      <vt:lpstr>PowerPoint Presentation</vt:lpstr>
      <vt:lpstr>Limitări</vt:lpstr>
      <vt:lpstr>Mulțumesc!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Darius Ionut Matei</dc:creator>
  <cp:lastModifiedBy>Darius Ionut Matei</cp:lastModifiedBy>
  <cp:revision>1</cp:revision>
  <dcterms:created xsi:type="dcterms:W3CDTF">2025-10-19T17:37:39Z</dcterms:created>
  <dcterms:modified xsi:type="dcterms:W3CDTF">2025-10-19T18:11:55Z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5b58b62f-6f94-46bd-8089-18e64b0a9abb_Enabled">
    <vt:lpwstr>true</vt:lpwstr>
  </property>
  <property fmtid="{D5CDD505-2E9C-101B-9397-08002B2CF9AE}" pid="4" name="MSIP_Label_5b58b62f-6f94-46bd-8089-18e64b0a9abb_SetDate">
    <vt:lpwstr>2025-10-19T18:11:46Z</vt:lpwstr>
  </property>
  <property fmtid="{D5CDD505-2E9C-101B-9397-08002B2CF9AE}" pid="5" name="MSIP_Label_5b58b62f-6f94-46bd-8089-18e64b0a9abb_Method">
    <vt:lpwstr>Standard</vt:lpwstr>
  </property>
  <property fmtid="{D5CDD505-2E9C-101B-9397-08002B2CF9AE}" pid="6" name="MSIP_Label_5b58b62f-6f94-46bd-8089-18e64b0a9abb_Name">
    <vt:lpwstr>defa4170-0d19-0005-0004-bc88714345d2</vt:lpwstr>
  </property>
  <property fmtid="{D5CDD505-2E9C-101B-9397-08002B2CF9AE}" pid="7" name="MSIP_Label_5b58b62f-6f94-46bd-8089-18e64b0a9abb_SiteId">
    <vt:lpwstr>a6eb79fa-c4a9-4cce-818d-b85274d15305</vt:lpwstr>
  </property>
  <property fmtid="{D5CDD505-2E9C-101B-9397-08002B2CF9AE}" pid="8" name="MSIP_Label_5b58b62f-6f94-46bd-8089-18e64b0a9abb_ActionId">
    <vt:lpwstr>58174471-b3a8-4597-b34b-1d616f0a8864</vt:lpwstr>
  </property>
  <property fmtid="{D5CDD505-2E9C-101B-9397-08002B2CF9AE}" pid="9" name="MSIP_Label_5b58b62f-6f94-46bd-8089-18e64b0a9abb_ContentBits">
    <vt:lpwstr>0</vt:lpwstr>
  </property>
  <property fmtid="{D5CDD505-2E9C-101B-9397-08002B2CF9AE}" pid="10" name="MSIP_Label_5b58b62f-6f94-46bd-8089-18e64b0a9abb_Tag">
    <vt:lpwstr>10, 3, 0, 1</vt:lpwstr>
  </property>
</Properties>
</file>